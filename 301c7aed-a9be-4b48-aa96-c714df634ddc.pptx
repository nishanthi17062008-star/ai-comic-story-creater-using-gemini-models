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60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1695" cy="6858000"/>
  <p:notesSz cx="6857895" cy="9143861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marL="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1pPr>
    <a:lvl2pPr marL="457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2pPr>
    <a:lvl3pPr marL="914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3pPr>
    <a:lvl4pPr marL="13716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4pPr>
    <a:lvl5pPr marL="18288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Droid Sans" pitchFamily="0" charset="0"/>
        <a:ea typeface="宋体" pitchFamily="0" charset="0"/>
        <a:cs typeface="Droid Sans" pitchFamily="0" charset="0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20" autoAdjust="0"/>
    <p:restoredTop sz="94660" autoAdjust="0"/>
  </p:normalViewPr>
  <p:slideViewPr>
    <p:cSldViewPr snapToGrid="0" snapToObjects="1">
      <p:cViewPr>
        <p:scale>
          <a:sx n="110" d="100"/>
          <a:sy n="110" d="100"/>
        </p:scale>
        <p:origin x="0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/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0" y="0"/>
      </p:cViewPr>
      <p:guideLst/>
    </p:cSldViewPr>
  </p:notesViewPr>
  <p:gridSpacing cx="72009" cy="72009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828754" y="3886199"/>
            <a:ext cx="8534186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3886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499255"/>
      </p:ext>
    </p:extLst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defRPr sz="4000" b="1" cap="all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144258"/>
      </p:ext>
    </p:extLst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sz="half"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623765"/>
      </p:ext>
    </p:extLst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defRPr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sz="half"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body" sz="quarter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sz="quarter"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7422781"/>
      </p:ext>
    </p:extLst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781447"/>
      </p:ext>
    </p:extLst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504569"/>
      </p:ext>
    </p:extLst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806759"/>
      </p:ext>
    </p:extLst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defRPr sz="2000" b="1"/>
            </a:lvl1pPr>
          </a:lstStyle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body" sz="half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7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5383003"/>
      </p:ext>
    </p:extLst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435201"/>
      </p:ext>
    </p:extLst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xmlns:a="http://schemas.openxmlformats.org/drawingml/2006/main" noGrp="1"/>
          </p:cNvSpPr>
          <p:nvPr>
            <p:ph type="title" orient="vert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框"/>
          <p:cNvSpPr>
            <a:spLocks xmlns:a="http://schemas.openxmlformats.org/drawingml/2006/main" noGrp="1"/>
          </p:cNvSpPr>
          <p:nvPr>
            <p:ph type="body" orient="vert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/>
            <a:r>
              <a:rPr lang="zh-CN" altLang="en-US" smtClean="0"/>
              <a:t>单击此处编辑母版文本样式</a:t>
            </a:r>
          </a:p>
          <a:p xmlns:a="http://schemas.openxmlformats.org/drawingml/2006/main">
            <a:pPr lvl="1"/>
            <a:r>
              <a:rPr lang="zh-CN" altLang="en-US" smtClean="0"/>
              <a:t>第二级</a:t>
            </a:r>
          </a:p>
          <a:p xmlns:a="http://schemas.openxmlformats.org/drawingml/2006/main">
            <a:pPr lvl="2"/>
            <a:r>
              <a:rPr lang="zh-CN" altLang="en-US" smtClean="0"/>
              <a:t>第三级</a:t>
            </a:r>
          </a:p>
          <a:p xmlns:a="http://schemas.openxmlformats.org/drawingml/2006/main">
            <a:pPr lvl="3"/>
            <a:r>
              <a:rPr lang="zh-CN" altLang="en-US" smtClean="0"/>
              <a:t>第四级</a:t>
            </a:r>
          </a:p>
          <a:p xmlns:a="http://schemas.openxmlformats.org/drawingml/2006/main"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框"/>
          <p:cNvSpPr>
            <a:spLocks xmlns:a="http://schemas.openxmlformats.org/drawingml/2006/main" noGrp="1"/>
          </p:cNvSpPr>
          <p:nvPr>
            <p:ph type="dt" sz="half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2514870-5082-4025-BC8A-5E070B8EB77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文本框"/>
          <p:cNvSpPr>
            <a:spLocks xmlns:a="http://schemas.openxmlformats.org/drawingml/2006/main" noGrp="1"/>
          </p:cNvSpPr>
          <p:nvPr>
            <p:ph type="ftr" sz="quarte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zh-CN" altLang="en-US"/>
          </a:p>
        </p:txBody>
      </p:sp>
      <p:sp>
        <p:nvSpPr>
          <p:cNvPr id="6" name="文本框"/>
          <p:cNvSpPr>
            <a:spLocks xmlns:a="http://schemas.openxmlformats.org/drawingml/2006/main" noGrp="1"/>
          </p:cNvSpPr>
          <p:nvPr>
            <p:ph type="sldNum" sz="quarter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E00D155-3BB6-43CF-9AC4-BC63A66E74A9}" type="slidenum">
              <a:rPr lang="zh-CN" altLang="en-US" smtClean="0"/>
              <a:t/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7451849"/>
      </p:ext>
    </p:extLst>
  </p:cSld>
  <p:clrMapOvr>
    <a:masterClrMapping xmlns:a="http://schemas.openxmlformats.org/drawingml/2006/main"/>
  </p:clrMapOvr>
</p:sldLayout>
</file>

<file path=ppt/slideLayouts/slideLayout12.xml><?xml version="1.0" encoding="utf-8"?>
<p:sldLayout xmlns:p="http://schemas.openxmlformats.org/presentationml/2006/main" showMasterSp="0" preserve="1">
  <p:cSld name="自定义版式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7" name="文本框"/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 rot="0">
            <a:off x="457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l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8" name="文本框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 rot="0">
            <a:off x="3124200" y="6356349"/>
            <a:ext cx="2895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9" name="文本框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 rot="0">
            <a:off x="6553200" y="6356349"/>
            <a:ext cx="2133600" cy="365125"/>
          </a:xfrm>
          <a:prstGeom xmlns:a="http://schemas.openxmlformats.org/drawingml/2006/main" prst="rect"/>
          <a:noFill xmlns:a="http://schemas.openxmlformats.org/drawingml/2006/main"/>
          <a:ln xmlns:a="http://schemas.openxmlformats.org/drawingml/2006/main" cmpd="sng" cap="flat">
            <a:noFill/>
            <a:prstDash val="solid"/>
            <a:miter/>
          </a:ln>
        </p:spPr>
        <p:txBody>
          <a:bodyPr xmlns:a="http://schemas.openxmlformats.org/drawingml/2006/main" vert="horz" wrap="square" lIns="91440" tIns="45720" rIns="91440" bIns="45720" anchor="ctr" anchorCtr="0">
            <a:prstTxWarp prst="textNoShape"/>
          </a:bodyPr>
          <a:lstStyle xmlns:a="http://schemas.openxmlformats.org/drawingml/2006/main"/>
          <a:p xmlns:a="http://schemas.openxmlformats.org/drawingml/2006/main"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764583"/>
      </p:ext>
    </p:extLst>
  </p:cSld>
  <p:clrMapOvr>
    <a:masterClrMapping xmlns:a="http://schemas.openxmlformats.org/drawingml/2006/main"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 rot="0">
            <a:off x="457200" y="274638"/>
            <a:ext cx="8229600" cy="114300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 rot="0">
            <a:off x="457200" y="1600200"/>
            <a:ext cx="8229600" cy="4525963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</a:bodyPr>
          <a:lstStyle/>
          <a:p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dt" idx="2"/>
          </p:nvPr>
        </p:nvSpPr>
        <p:spPr>
          <a:xfrm rot="0">
            <a:off x="457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l"/>
            <a:fld id="{CAD2D6BD-DE1B-4B5F-8B41-2702339687B9}" type="datetime1">
              <a:rPr lang="en-US" altLang="zh-CN" sz="120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9/30/2026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ftr" idx="3"/>
          </p:nvPr>
        </p:nvSpPr>
        <p:spPr>
          <a:xfrm rot="0">
            <a:off x="3124200" y="6356349"/>
            <a:ext cx="2895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ctr"/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6" name="文本框"/>
          <p:cNvSpPr>
            <a:spLocks noGrp="1"/>
          </p:cNvSpPr>
          <p:nvPr>
            <p:ph type="sldNum" idx="4"/>
          </p:nvPr>
        </p:nvSpPr>
        <p:spPr>
          <a:xfrm rot="0">
            <a:off x="6553200" y="6356349"/>
            <a:ext cx="2133600" cy="36512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/>
          </a:bodyPr>
          <a:lstStyle/>
          <a:p>
            <a:pPr algn="r"/>
            <a:fld id="{CAD2D6BD-DE1B-4B5F-8B41-2702339687B9}" type="slidenum">
              <a:rPr lang="en-US" altLang="zh-CN" sz="1200" b="0" i="0" u="none" strike="noStrike" kern="1200" cap="none" spc="0" baseline="0">
                <a:solidFill>
                  <a:srgbClr val="898989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&lt;#&gt;</a:t>
            </a:fld>
            <a:endParaRPr lang="zh-CN" altLang="en-US" sz="1200">
              <a:solidFill>
                <a:srgbClr val="898989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14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lvl1pPr algn="ctr" defTabSz="914400" eaLnBrk="1" fontAlgn="auto" latinLnBrk="0" hangingPunct="1">
        <a:spcBef>
          <a:spcPts val="0"/>
        </a:spcBef>
        <a:buNone/>
        <a:defRPr sz="4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</p:titleStyle>
    <p:bodyStyle>
      <a:lvl1pPr marL="342900" indent="-3429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32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1pPr>
      <a:lvl2pPr marL="742950" indent="-28575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8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2pPr>
      <a:lvl3pPr marL="1143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4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3pPr>
      <a:lvl4pPr marL="1600200" indent="-228600" algn="l" defTabSz="914400" eaLnBrk="1" fontAlgn="auto" latinLnBrk="0" hangingPunct="1">
        <a:spcBef>
          <a:spcPct val="20000"/>
        </a:spcBef>
        <a:buFont typeface="Arial" pitchFamily="0" charset="0"/>
        <a:buChar char="–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4pPr>
      <a:lvl5pPr marL="2057400" indent="-228600" algn="l" defTabSz="914400" eaLnBrk="1" fontAlgn="auto" latinLnBrk="0" hangingPunct="1">
        <a:spcBef>
          <a:spcPct val="20000"/>
        </a:spcBef>
        <a:buFont typeface="Arial" pitchFamily="0" charset="0"/>
        <a:buChar char="»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5pPr>
      <a:lvl6pPr marL="25146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6pPr>
      <a:lvl7pPr marL="29718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7pPr>
      <a:lvl8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8pPr>
      <a:lvl9pPr marL="3429000" indent="-228600" algn="l" defTabSz="914400" eaLnBrk="1" fontAlgn="auto" latinLnBrk="0" hangingPunct="1">
        <a:spcBef>
          <a:spcPct val="20000"/>
        </a:spcBef>
        <a:buFont typeface="Arial" pitchFamily="0" charset="0"/>
        <a:buChar char="•"/>
        <a:defRPr sz="2000" kern="1200">
          <a:solidFill>
            <a:schemeClr val="tx1"/>
          </a:solidFill>
          <a:latin typeface="Calibri" pitchFamily="0" charset="0"/>
          <a:ea typeface="宋体" pitchFamily="0" charset="0"/>
          <a:cs typeface="Calibri" pitchFamily="0" charset="0"/>
        </a:defRPr>
      </a:lvl9pPr>
    </p:body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/>
          <p:cNvSpPr>
            <a:spLocks/>
          </p:cNvSpPr>
          <p:nvPr/>
        </p:nvSpPr>
        <p:spPr>
          <a:xfrm rot="0">
            <a:off x="2515742" y="594360"/>
            <a:ext cx="7221475" cy="5391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000" b="0" i="0" u="none" strike="noStrike" kern="1200" cap="none" spc="0" baseline="0">
                <a:solidFill>
                  <a:srgbClr val="2D2D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Comic Story Creator Using Gemini Models</a:t>
            </a:r>
            <a:endParaRPr lang="zh-CN" altLang="en-US" sz="3000" b="0" i="0" u="none" strike="noStrike" kern="1200" cap="none" spc="0" baseline="0">
              <a:solidFill>
                <a:srgbClr val="2D2D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1" name="矩形"/>
          <p:cNvSpPr>
            <a:spLocks/>
          </p:cNvSpPr>
          <p:nvPr/>
        </p:nvSpPr>
        <p:spPr>
          <a:xfrm rot="0">
            <a:off x="2229085" y="1645920"/>
            <a:ext cx="7703349" cy="3486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700" b="0" i="0" u="none" strike="noStrike" kern="1200" cap="none" spc="0" baseline="0">
                <a:solidFill>
                  <a:srgbClr val="4646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Create engaging comic stories with AI-powered text, characters, scenes, and visuals.</a:t>
            </a:r>
            <a:endParaRPr lang="zh-CN" altLang="en-US" sz="1700" b="0" i="0" u="none" strike="noStrike" kern="1200" cap="none" spc="0" baseline="0">
              <a:solidFill>
                <a:srgbClr val="4646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2" name="矩形"/>
          <p:cNvSpPr>
            <a:spLocks/>
          </p:cNvSpPr>
          <p:nvPr/>
        </p:nvSpPr>
        <p:spPr>
          <a:xfrm rot="0">
            <a:off x="4497653" y="2373631"/>
            <a:ext cx="9966960" cy="19742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Team leader: Nivetha. R</a:t>
            </a:r>
            <a:endParaRPr lang="en-US" altLang="zh-CN" sz="20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Team members :Navaneethan. B</a:t>
            </a:r>
            <a:endParaRPr lang="en-US" altLang="zh-CN" sz="20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                              Nishanthi. T</a:t>
            </a:r>
            <a:endParaRPr lang="en-US" altLang="zh-CN" sz="20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                               Nithiesh. M</a:t>
            </a:r>
            <a:endParaRPr lang="en-US" altLang="zh-CN" sz="20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                                Nobel victor. G</a:t>
            </a:r>
            <a:endParaRPr lang="zh-CN" altLang="en-US" sz="20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3" name="矩形"/>
          <p:cNvSpPr>
            <a:spLocks/>
          </p:cNvSpPr>
          <p:nvPr/>
        </p:nvSpPr>
        <p:spPr>
          <a:xfrm rot="0">
            <a:off x="4171531" y="5257800"/>
            <a:ext cx="3818457" cy="4248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2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🤖  AI   •   📖 Story   •   🎨 Comic</a:t>
            </a:r>
            <a:endParaRPr lang="zh-CN" altLang="en-US" sz="22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4" name="矩形"/>
          <p:cNvSpPr>
            <a:spLocks/>
          </p:cNvSpPr>
          <p:nvPr/>
        </p:nvSpPr>
        <p:spPr>
          <a:xfrm rot="0">
            <a:off x="640080" y="6355080"/>
            <a:ext cx="1953894" cy="234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E6E78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Comic Story Creator • Slide 1/6</a:t>
            </a:r>
            <a:endParaRPr lang="zh-CN" altLang="en-US" sz="1000" b="0" i="0" u="none" strike="noStrike" kern="1200" cap="none" spc="0" baseline="0">
              <a:solidFill>
                <a:srgbClr val="6E6E78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263051"/>
      </p:ext>
    </p:extLst>
  </p:cSld>
  <p:clrMapOvr>
    <a:masterClrMapping/>
  </p:clrMapOvr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/>
          <p:cNvSpPr>
            <a:spLocks/>
          </p:cNvSpPr>
          <p:nvPr/>
        </p:nvSpPr>
        <p:spPr>
          <a:xfrm rot="0">
            <a:off x="594360" y="411480"/>
            <a:ext cx="2334183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2D2D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Introduction</a:t>
            </a:r>
            <a:endParaRPr lang="zh-CN" altLang="en-US" sz="2800" b="0" i="0" u="none" strike="noStrike" kern="1200" cap="none" spc="0" baseline="0">
              <a:solidFill>
                <a:srgbClr val="2D2D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6" name="矩形"/>
          <p:cNvSpPr>
            <a:spLocks/>
          </p:cNvSpPr>
          <p:nvPr/>
        </p:nvSpPr>
        <p:spPr>
          <a:xfrm rot="0">
            <a:off x="731520" y="1417320"/>
            <a:ext cx="7315200" cy="19488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AI Comic Story Creator is a creative storytelling application.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It uses Gemini models to generate story ideas, dialogue, and scene descriptions.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Users can turn a simple prompt into a structured comic story.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It can support students, writers, and digital creators.</a:t>
            </a:r>
            <a:endParaRPr lang="zh-CN" altLang="en-US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7" name="圆角矩形"/>
          <p:cNvSpPr>
            <a:spLocks/>
          </p:cNvSpPr>
          <p:nvPr/>
        </p:nvSpPr>
        <p:spPr>
          <a:xfrm rot="0">
            <a:off x="8412480" y="1417320"/>
            <a:ext cx="3063240" cy="4297680"/>
          </a:xfrm>
          <a:prstGeom prst="roundRect">
            <a:avLst>
              <a:gd name="adj" fmla="val 16666"/>
            </a:avLst>
          </a:prstGeom>
          <a:solidFill>
            <a:srgbClr val="E6EEFA"/>
          </a:solidFill>
          <a:ln w="9525" cmpd="sng" cap="flat">
            <a:solidFill>
              <a:srgbClr val="505A6E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18" name="矩形"/>
          <p:cNvSpPr>
            <a:spLocks/>
          </p:cNvSpPr>
          <p:nvPr/>
        </p:nvSpPr>
        <p:spPr>
          <a:xfrm rot="0">
            <a:off x="8285601" y="1874519"/>
            <a:ext cx="3316998" cy="7772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💡</a:t>
            </a:r>
            <a:b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Prompt → Story → Comic</a:t>
            </a:r>
            <a:endParaRPr lang="zh-CN" altLang="en-US" sz="23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19" name="矩形"/>
          <p:cNvSpPr>
            <a:spLocks/>
          </p:cNvSpPr>
          <p:nvPr/>
        </p:nvSpPr>
        <p:spPr>
          <a:xfrm rot="0">
            <a:off x="640080" y="6355080"/>
            <a:ext cx="1953894" cy="234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E6E78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Comic Story Creator • Slide 2/6</a:t>
            </a:r>
            <a:endParaRPr lang="zh-CN" altLang="en-US" sz="1000" b="0" i="0" u="none" strike="noStrike" kern="1200" cap="none" spc="0" baseline="0">
              <a:solidFill>
                <a:srgbClr val="6E6E78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335864"/>
      </p:ext>
    </p:extLst>
  </p:cSld>
  <p:clrMapOvr>
    <a:masterClrMapping/>
  </p:clrMapOvr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"/>
          <p:cNvSpPr>
            <a:spLocks/>
          </p:cNvSpPr>
          <p:nvPr/>
        </p:nvSpPr>
        <p:spPr>
          <a:xfrm rot="0">
            <a:off x="594360" y="411480"/>
            <a:ext cx="328007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2D2D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How Gemini Helps</a:t>
            </a:r>
            <a:endParaRPr lang="zh-CN" altLang="en-US" sz="2800" b="0" i="0" u="none" strike="noStrike" kern="1200" cap="none" spc="0" baseline="0">
              <a:solidFill>
                <a:srgbClr val="2D2D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1" name="矩形"/>
          <p:cNvSpPr>
            <a:spLocks/>
          </p:cNvSpPr>
          <p:nvPr/>
        </p:nvSpPr>
        <p:spPr>
          <a:xfrm rot="0">
            <a:off x="731520" y="1417320"/>
            <a:ext cx="7315200" cy="2075814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Story generation: creates plot, chapters, and dialogue.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Character creation: suggests names, personalities, and roles.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Scene planning: converts story events into comic panels.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Image prompting: creates detailed descriptions for comic visuals.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Revision: improves tone, dialogue, and continuity.</a:t>
            </a:r>
            <a:endParaRPr lang="zh-CN" altLang="en-US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2" name="圆角矩形"/>
          <p:cNvSpPr>
            <a:spLocks/>
          </p:cNvSpPr>
          <p:nvPr/>
        </p:nvSpPr>
        <p:spPr>
          <a:xfrm rot="0">
            <a:off x="8412480" y="1417320"/>
            <a:ext cx="3063240" cy="4297680"/>
          </a:xfrm>
          <a:prstGeom prst="roundRect">
            <a:avLst>
              <a:gd name="adj" fmla="val 16666"/>
            </a:avLst>
          </a:prstGeom>
          <a:solidFill>
            <a:srgbClr val="E6EEFA"/>
          </a:solidFill>
          <a:ln w="9525" cmpd="sng" cap="flat">
            <a:solidFill>
              <a:srgbClr val="505A6E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3" name="矩形"/>
          <p:cNvSpPr>
            <a:spLocks/>
          </p:cNvSpPr>
          <p:nvPr/>
        </p:nvSpPr>
        <p:spPr>
          <a:xfrm rot="0">
            <a:off x="9005189" y="1874519"/>
            <a:ext cx="1877822" cy="14630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🧠 Gemini</a:t>
            </a:r>
            <a:b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</a:br>
            <a:r>
              <a:rPr lang="en-US" altLang="zh-CN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✍️ Text</a:t>
            </a:r>
            <a:b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</a:br>
            <a: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🎭 Characters</a:t>
            </a:r>
            <a:b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</a:br>
            <a: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🖼️ Scenes</a:t>
            </a:r>
            <a:endParaRPr lang="zh-CN" altLang="en-US" sz="23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4" name="矩形"/>
          <p:cNvSpPr>
            <a:spLocks/>
          </p:cNvSpPr>
          <p:nvPr/>
        </p:nvSpPr>
        <p:spPr>
          <a:xfrm rot="0">
            <a:off x="640080" y="6355080"/>
            <a:ext cx="1953894" cy="234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E6E78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Comic Story Creator • Slide 3/6</a:t>
            </a:r>
            <a:endParaRPr lang="zh-CN" altLang="en-US" sz="1000" b="0" i="0" u="none" strike="noStrike" kern="1200" cap="none" spc="0" baseline="0">
              <a:solidFill>
                <a:srgbClr val="6E6E78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970840"/>
      </p:ext>
    </p:extLst>
  </p:cSld>
  <p:clrMapOvr>
    <a:masterClrMapping/>
  </p:clrMapOvr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"/>
          <p:cNvSpPr>
            <a:spLocks/>
          </p:cNvSpPr>
          <p:nvPr/>
        </p:nvSpPr>
        <p:spPr>
          <a:xfrm rot="0">
            <a:off x="594360" y="411480"/>
            <a:ext cx="3124682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2D2D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System Workflow</a:t>
            </a:r>
            <a:endParaRPr lang="zh-CN" altLang="en-US" sz="2800" b="0" i="0" u="none" strike="noStrike" kern="1200" cap="none" spc="0" baseline="0">
              <a:solidFill>
                <a:srgbClr val="2D2D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6" name="矩形"/>
          <p:cNvSpPr>
            <a:spLocks/>
          </p:cNvSpPr>
          <p:nvPr/>
        </p:nvSpPr>
        <p:spPr>
          <a:xfrm rot="0">
            <a:off x="731520" y="1417320"/>
            <a:ext cx="7315200" cy="24980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1. User enters a story idea.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2. Gemini understands the prompt and generates the storyline.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3. The model creates characters and panel-by-panel dialogue.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Image prompts are prepared for each panel.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Comic panels are arranged into a final story.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6. User reviews and edits the result.</a:t>
            </a:r>
            <a:endParaRPr lang="zh-CN" altLang="en-US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7" name="圆角矩形"/>
          <p:cNvSpPr>
            <a:spLocks/>
          </p:cNvSpPr>
          <p:nvPr/>
        </p:nvSpPr>
        <p:spPr>
          <a:xfrm rot="0">
            <a:off x="8412480" y="1417320"/>
            <a:ext cx="3063240" cy="4297680"/>
          </a:xfrm>
          <a:prstGeom prst="roundRect">
            <a:avLst>
              <a:gd name="adj" fmla="val 16666"/>
            </a:avLst>
          </a:prstGeom>
          <a:solidFill>
            <a:srgbClr val="E6EEFA"/>
          </a:solidFill>
          <a:ln w="9525" cmpd="sng" cap="flat">
            <a:solidFill>
              <a:srgbClr val="505A6E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28" name="矩形"/>
          <p:cNvSpPr>
            <a:spLocks/>
          </p:cNvSpPr>
          <p:nvPr/>
        </p:nvSpPr>
        <p:spPr>
          <a:xfrm rot="0">
            <a:off x="7511389" y="1874519"/>
            <a:ext cx="4865420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USER → GEMINI → PANELS → COMIC</a:t>
            </a:r>
            <a:endParaRPr lang="zh-CN" altLang="en-US" sz="23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29" name="矩形"/>
          <p:cNvSpPr>
            <a:spLocks/>
          </p:cNvSpPr>
          <p:nvPr/>
        </p:nvSpPr>
        <p:spPr>
          <a:xfrm rot="0">
            <a:off x="640080" y="6355080"/>
            <a:ext cx="1953894" cy="234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E6E78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Comic Story Creator • Slide 4/6</a:t>
            </a:r>
            <a:endParaRPr lang="zh-CN" altLang="en-US" sz="1000" b="0" i="0" u="none" strike="noStrike" kern="1200" cap="none" spc="0" baseline="0">
              <a:solidFill>
                <a:srgbClr val="6E6E78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123622"/>
      </p:ext>
    </p:extLst>
  </p:cSld>
  <p:clrMapOvr>
    <a:masterClrMapping/>
  </p:clrMapOvr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"/>
          <p:cNvSpPr>
            <a:spLocks/>
          </p:cNvSpPr>
          <p:nvPr/>
        </p:nvSpPr>
        <p:spPr>
          <a:xfrm rot="0">
            <a:off x="594360" y="411480"/>
            <a:ext cx="369221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2D2D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4. Example Comic Story</a:t>
            </a:r>
            <a:endParaRPr lang="zh-CN" altLang="en-US" sz="2800" b="0" i="0" u="none" strike="noStrike" kern="1200" cap="none" spc="0" baseline="0">
              <a:solidFill>
                <a:srgbClr val="2D2D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1" name="矩形"/>
          <p:cNvSpPr>
            <a:spLocks/>
          </p:cNvSpPr>
          <p:nvPr/>
        </p:nvSpPr>
        <p:spPr>
          <a:xfrm rot="0">
            <a:off x="731520" y="1417320"/>
            <a:ext cx="7315200" cy="3114039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Title: The Lost Star</a:t>
            </a:r>
            <a:endParaRPr lang="en-US" altLang="zh-CN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Panel 1: A young explorer finds a glowing star in a forest.</a:t>
            </a:r>
            <a:endParaRPr lang="en-US" altLang="zh-CN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Panel 2: The star reveals that it has lost its way home.</a:t>
            </a:r>
            <a:endParaRPr lang="en-US" altLang="zh-CN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Panel 3: The explorer follows a magical trail to a hilltop.</a:t>
            </a:r>
            <a:endParaRPr lang="en-US" altLang="zh-CN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Panel 4: The star returns to the night sky and lights the village.</a:t>
            </a:r>
            <a:endParaRPr lang="en-US" altLang="zh-CN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altLang="zh-CN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18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Gemini can generate dialogue, narration, and visual prompts for each panel.</a:t>
            </a:r>
            <a:endParaRPr lang="zh-CN" altLang="en-US" sz="18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2" name="圆角矩形"/>
          <p:cNvSpPr>
            <a:spLocks/>
          </p:cNvSpPr>
          <p:nvPr/>
        </p:nvSpPr>
        <p:spPr>
          <a:xfrm rot="0">
            <a:off x="8412480" y="1417320"/>
            <a:ext cx="3063240" cy="4297680"/>
          </a:xfrm>
          <a:prstGeom prst="roundRect">
            <a:avLst>
              <a:gd name="adj" fmla="val 16666"/>
            </a:avLst>
          </a:prstGeom>
          <a:solidFill>
            <a:srgbClr val="E6EEFA"/>
          </a:solidFill>
          <a:ln w="9525" cmpd="sng" cap="flat">
            <a:solidFill>
              <a:srgbClr val="505A6E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3" name="矩形"/>
          <p:cNvSpPr>
            <a:spLocks/>
          </p:cNvSpPr>
          <p:nvPr/>
        </p:nvSpPr>
        <p:spPr>
          <a:xfrm rot="0">
            <a:off x="9059666" y="1874519"/>
            <a:ext cx="1768867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🌲  ⭐  👧  🌌</a:t>
            </a:r>
            <a:endParaRPr lang="zh-CN" altLang="en-US" sz="23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4" name="矩形"/>
          <p:cNvSpPr>
            <a:spLocks/>
          </p:cNvSpPr>
          <p:nvPr/>
        </p:nvSpPr>
        <p:spPr>
          <a:xfrm rot="0">
            <a:off x="640080" y="6355080"/>
            <a:ext cx="1953894" cy="234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E6E78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Comic Story Creator • Slide 5/6</a:t>
            </a:r>
            <a:endParaRPr lang="zh-CN" altLang="en-US" sz="1000" b="0" i="0" u="none" strike="noStrike" kern="1200" cap="none" spc="0" baseline="0">
              <a:solidFill>
                <a:srgbClr val="6E6E78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864848"/>
      </p:ext>
    </p:extLst>
  </p:cSld>
  <p:clrMapOvr>
    <a:masterClrMapping/>
  </p:clrMapOvr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rgbClr val="F8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"/>
          <p:cNvSpPr>
            <a:spLocks/>
          </p:cNvSpPr>
          <p:nvPr/>
        </p:nvSpPr>
        <p:spPr>
          <a:xfrm rot="0">
            <a:off x="594360" y="411480"/>
            <a:ext cx="3786809" cy="52006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b="0" i="0" u="none" strike="noStrike" kern="1200" cap="none" spc="0" baseline="0">
                <a:solidFill>
                  <a:srgbClr val="2D2D37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5. Benefits &amp; Conclusion</a:t>
            </a:r>
            <a:endParaRPr lang="zh-CN" altLang="en-US" sz="2800" b="0" i="0" u="none" strike="noStrike" kern="1200" cap="none" spc="0" baseline="0">
              <a:solidFill>
                <a:srgbClr val="2D2D37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6" name="矩形"/>
          <p:cNvSpPr>
            <a:spLocks/>
          </p:cNvSpPr>
          <p:nvPr/>
        </p:nvSpPr>
        <p:spPr>
          <a:xfrm rot="0">
            <a:off x="731520" y="1417320"/>
            <a:ext cx="7315200" cy="406019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Benefits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Faster story creation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Easy for beginners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Supports creative experimentation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Helps maintain a consistent comic structure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• Useful for education and entertainment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Conclusion</a:t>
            </a:r>
            <a:endParaRPr lang="en-US" altLang="zh-CN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altLang="zh-CN" sz="2000" b="0" i="0" u="none" strike="noStrike" kern="1200" cap="none" spc="0" baseline="0">
                <a:solidFill>
                  <a:srgbClr val="3C3C46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Gemini-powered comic creation combines AI storytelling with visual creativity, making it easier to transform ideas into comics.</a:t>
            </a:r>
            <a:endParaRPr lang="zh-CN" altLang="en-US" sz="2000" b="0" i="0" u="none" strike="noStrike" kern="1200" cap="none" spc="0" baseline="0">
              <a:solidFill>
                <a:srgbClr val="3C3C46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7" name="圆角矩形"/>
          <p:cNvSpPr>
            <a:spLocks/>
          </p:cNvSpPr>
          <p:nvPr/>
        </p:nvSpPr>
        <p:spPr>
          <a:xfrm rot="0">
            <a:off x="8412480" y="1417320"/>
            <a:ext cx="3063240" cy="4297680"/>
          </a:xfrm>
          <a:prstGeom prst="roundRect">
            <a:avLst>
              <a:gd name="adj" fmla="val 16666"/>
            </a:avLst>
          </a:prstGeom>
          <a:solidFill>
            <a:srgbClr val="E6EEFA"/>
          </a:solidFill>
          <a:ln w="9525" cmpd="sng" cap="flat">
            <a:solidFill>
              <a:srgbClr val="505A6E"/>
            </a:solidFill>
            <a:prstDash val="solid"/>
            <a:round/>
          </a:ln>
          <a:effectLst>
            <a:outerShdw sx="100000" sy="100000" algn="b" rotWithShape="0" blurRad="40000" dist="23000" dir="5400000">
              <a:srgbClr val="000000">
                <a:alpha val="34509"/>
              </a:srgbClr>
            </a:outerShdw>
          </a:effectLst>
        </p:spPr>
      </p:sp>
      <p:sp>
        <p:nvSpPr>
          <p:cNvPr id="38" name="矩形"/>
          <p:cNvSpPr>
            <a:spLocks/>
          </p:cNvSpPr>
          <p:nvPr/>
        </p:nvSpPr>
        <p:spPr>
          <a:xfrm rot="0">
            <a:off x="8182927" y="1874519"/>
            <a:ext cx="3522344" cy="434340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300" b="0" i="0" u="none" strike="noStrike" kern="1200" cap="none" spc="0" baseline="0">
                <a:solidFill>
                  <a:srgbClr val="374150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✨ IDEA → AI → COMIC ✨</a:t>
            </a:r>
            <a:endParaRPr lang="zh-CN" altLang="en-US" sz="2300" b="0" i="0" u="none" strike="noStrike" kern="1200" cap="none" spc="0" baseline="0">
              <a:solidFill>
                <a:srgbClr val="374150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  <p:sp>
        <p:nvSpPr>
          <p:cNvPr id="39" name="矩形"/>
          <p:cNvSpPr>
            <a:spLocks/>
          </p:cNvSpPr>
          <p:nvPr/>
        </p:nvSpPr>
        <p:spPr>
          <a:xfrm rot="0">
            <a:off x="640080" y="6355080"/>
            <a:ext cx="1953894" cy="234315"/>
          </a:xfrm>
          <a:prstGeom prst="rect"/>
          <a:noFill/>
          <a:ln w="12700" cmpd="sng" cap="flat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/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b="0" i="0" u="none" strike="noStrike" kern="1200" cap="none" spc="0" baseline="0">
                <a:solidFill>
                  <a:srgbClr val="6E6E78"/>
                </a:solidFill>
                <a:latin typeface="Calibri" pitchFamily="0" charset="0"/>
                <a:ea typeface="宋体" pitchFamily="0" charset="0"/>
                <a:cs typeface="Calibri" pitchFamily="0" charset="0"/>
              </a:rPr>
              <a:t>AI Comic Story Creator • Slide 6/6</a:t>
            </a:r>
            <a:endParaRPr lang="zh-CN" altLang="en-US" sz="1000" b="0" i="0" u="none" strike="noStrike" kern="1200" cap="none" spc="0" baseline="0">
              <a:solidFill>
                <a:srgbClr val="6E6E78"/>
              </a:solidFill>
              <a:latin typeface="Calibri" pitchFamily="0" charset="0"/>
              <a:ea typeface="宋体" pitchFamily="0" charset="0"/>
              <a:cs typeface="Calibri" pitchFamily="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189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 Theme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</a:theme>
</file>

<file path=docProps/app.xml><?xml version="1.0" encoding="utf-8"?>
<Properties xmlns="http://schemas.openxmlformats.org/officeDocument/2006/extended-properties">
  <Template>Normal.eit</Template>
  <TotalTime>6</TotalTime>
  <Application>Yozo_Office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description>generated using python-pptx</dc:description>
  <cp:lastModifiedBy>root</cp:lastModifiedBy>
  <cp:revision>1</cp:revision>
  <dcterms:created xsi:type="dcterms:W3CDTF">2013-01-27T09:14:16Z</dcterms:created>
  <dcterms:modified xsi:type="dcterms:W3CDTF">2026-09-30T05:25:43Z</dcterms:modified>
</cp:coreProperties>
</file>